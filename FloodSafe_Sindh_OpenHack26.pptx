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1702929b-7b26-9807-45df-e6a86f34bf2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51560"/>
            <a:ext cx="822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FloodSafe Sindh  |  OpenHack'26  |  CL-01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1188720"/>
            <a:ext cx="493776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FloodSafe Sindh</a:t>
            </a:r>
            <a:endParaRPr lang="en-US" sz="4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200" dirty="0">
                <a:solidFill>
                  <a:schemeClr val="accent1"/>
                </a:solidFill>
              </a:rPr>
              <a:t>Flood Risk and Evacuation Planner</a:t>
            </a:r>
            <a:endParaRPr lang="en-US" sz="2200" dirty="0"/>
          </a:p>
        </p:txBody>
      </p:sp>
      <p:sp>
        <p:nvSpPr>
          <p:cNvPr id="4" name="Event"/>
          <p:cNvSpPr txBox="1"/>
          <p:nvPr/>
        </p:nvSpPr>
        <p:spPr>
          <a:xfrm>
            <a:off x="731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OpenHack'26  |  CL-01  |  Climate &amp; Disaster Resilience</a:t>
            </a:r>
            <a:endParaRPr lang="en-US" sz="1400" dirty="0"/>
          </a:p>
        </p:txBody>
      </p:sp>
      <p:sp>
        <p:nvSpPr>
          <p:cNvPr id="5" name="Team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Team ZEROX  |  Ali, Huzaifa</a:t>
            </a:r>
            <a:endParaRPr lang="en-US" sz="1600" dirty="0"/>
          </a:p>
        </p:txBody>
      </p:sp>
      <p:pic>
        <p:nvPicPr>
          <p:cNvPr id="6" name="Picture 5" descr="Illustration: people worried on a flooded house roof in heavy rain, with worried face rea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Problem points"/>
          <p:cNvSpPr txBox="1"/>
          <p:nvPr/>
        </p:nvSpPr>
        <p:spPr>
          <a:xfrm>
            <a:off x="548640" y="1371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Sindh was among the worst-hit regions in the 2022 floods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Residents often lack simple local information: which area is at risk, where the nearest shelter is, and which road to take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When a road is cut off, there is no quick way to find another route</a:t>
            </a:r>
            <a:endParaRPr lang="en-US" sz="1600" dirty="0"/>
          </a:p>
        </p:txBody>
      </p:sp>
      <p:sp>
        <p:nvSpPr>
          <p:cNvPr id="4" name="Question 1"/>
          <p:cNvSpPr txBox="1"/>
          <p:nvPr/>
        </p:nvSpPr>
        <p:spPr>
          <a:xfrm>
            <a:off x="5852160" y="1371600"/>
            <a:ext cx="2743200" cy="8686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Risk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Which area is in danger?</a:t>
            </a:r>
            <a:endParaRPr lang="en-US" sz="2000" dirty="0"/>
          </a:p>
        </p:txBody>
      </p:sp>
      <p:sp>
        <p:nvSpPr>
          <p:cNvPr id="5" name="Question 2"/>
          <p:cNvSpPr txBox="1"/>
          <p:nvPr/>
        </p:nvSpPr>
        <p:spPr>
          <a:xfrm>
            <a:off x="5852160" y="2423160"/>
            <a:ext cx="2743200" cy="8686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Shelter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Where is the nearest safe place?</a:t>
            </a:r>
            <a:endParaRPr lang="en-US" sz="2000" dirty="0"/>
          </a:p>
        </p:txBody>
      </p:sp>
      <p:sp>
        <p:nvSpPr>
          <p:cNvPr id="6" name="Question 3"/>
          <p:cNvSpPr txBox="1"/>
          <p:nvPr/>
        </p:nvSpPr>
        <p:spPr>
          <a:xfrm>
            <a:off x="5852160" y="3474720"/>
            <a:ext cx="2743200" cy="8686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Route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Which road can I still use?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Illustration: worried people standing in rising flood water during heavy 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4297680" cy="1193840"/>
          </a:xfrm>
          <a:prstGeom prst="rect">
            <a:avLst/>
          </a:prstGeom>
        </p:spPr>
      </p:pic>
      <p:pic>
        <p:nvPicPr>
          <p:cNvPr id="27" name="Picture 26" descr="fearful face rea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783080"/>
            <a:ext cx="411480" cy="411480"/>
          </a:xfrm>
          <a:prstGeom prst="rect">
            <a:avLst/>
          </a:prstGeom>
        </p:spPr>
      </p:pic>
      <p:pic>
        <p:nvPicPr>
          <p:cNvPr id="28" name="Picture 27" descr="worried face rea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834640"/>
            <a:ext cx="411480" cy="411480"/>
          </a:xfrm>
          <a:prstGeom prst="rect">
            <a:avLst/>
          </a:prstGeom>
        </p:spPr>
      </p:pic>
      <p:pic>
        <p:nvPicPr>
          <p:cNvPr id="29" name="Picture 28" descr="sad face reac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3886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Our solution</a:t>
            </a:r>
            <a:endParaRPr lang="en-US" sz="3000" dirty="0"/>
          </a:p>
        </p:txBody>
      </p:sp>
      <p:sp>
        <p:nvSpPr>
          <p:cNvPr id="3" name="Card risk"/>
          <p:cNvSpPr txBox="1"/>
          <p:nvPr/>
        </p:nvSpPr>
        <p:spPr>
          <a:xfrm>
            <a:off x="548640" y="1371600"/>
            <a:ext cx="3931920" cy="1417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Risk map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Colour-coded zones from a transparent score: river proximity, elevation and rainfall.</a:t>
            </a:r>
            <a:endParaRPr lang="en-US" sz="1800" dirty="0"/>
          </a:p>
        </p:txBody>
      </p:sp>
      <p:sp>
        <p:nvSpPr>
          <p:cNvPr id="4" name="Card shelters"/>
          <p:cNvSpPr txBox="1"/>
          <p:nvPr/>
        </p:nvSpPr>
        <p:spPr>
          <a:xfrm>
            <a:off x="4663440" y="1371600"/>
            <a:ext cx="3931920" cy="1417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Shelters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Nearby shelters on the map, with the nearest reachable one chosen automatically.</a:t>
            </a:r>
            <a:endParaRPr lang="en-US" sz="1800" dirty="0"/>
          </a:p>
        </p:txBody>
      </p:sp>
      <p:sp>
        <p:nvSpPr>
          <p:cNvPr id="5" name="Card route"/>
          <p:cNvSpPr txBox="1"/>
          <p:nvPr/>
        </p:nvSpPr>
        <p:spPr>
          <a:xfrm>
            <a:off x="548640" y="3017520"/>
            <a:ext cx="3931920" cy="1417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Safest route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Block any road and the route recalculates instantly.</a:t>
            </a:r>
            <a:endParaRPr lang="en-US" sz="1800" dirty="0"/>
          </a:p>
        </p:txBody>
      </p:sp>
      <p:sp>
        <p:nvSpPr>
          <p:cNvPr id="6" name="Card alerts"/>
          <p:cNvSpPr txBox="1"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Alerts in 3 languages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Safety messages in English, Urdu and Sindhi that change with the risk level.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Risk card"/>
          <p:cNvSpPr txBox="1"/>
          <p:nvPr/>
        </p:nvSpPr>
        <p:spPr>
          <a:xfrm>
            <a:off x="548640" y="1371600"/>
            <a:ext cx="4023360" cy="3017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Risk score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risk = 0.40 × river proximity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      + 0.25 × low elevation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         + 0.35 × rainfall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High ≥ 0.65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Medium ≥ 0.35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Low otherwise</a:t>
            </a:r>
            <a:endParaRPr lang="en-US" sz="1800" dirty="0"/>
          </a:p>
        </p:txBody>
      </p:sp>
      <p:sp>
        <p:nvSpPr>
          <p:cNvPr id="4" name="Routing card"/>
          <p:cNvSpPr txBox="1"/>
          <p:nvPr/>
        </p:nvSpPr>
        <p:spPr>
          <a:xfrm>
            <a:off x="4754880" y="1371600"/>
            <a:ext cx="3840480" cy="3017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Evacuation routing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Roads are modelled as a graph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Blocked roads are removed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Dijkstra finds the nearest reachable shelter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If every path is blocked, the app says 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Live demo</a:t>
            </a:r>
            <a:endParaRPr lang="en-US" sz="3000" dirty="0"/>
          </a:p>
        </p:txBody>
      </p:sp>
      <p:sp>
        <p:nvSpPr>
          <p:cNvPr id="3" name="Demo steps"/>
          <p:cNvSpPr txBox="1"/>
          <p:nvPr/>
        </p:nvSpPr>
        <p:spPr>
          <a:xfrm>
            <a:off x="548640" y="1371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Move the rainfall slider: zones change colour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Click a zone: see the score breakdown and your route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Block a road: the route recalculates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Switch language: English, Urdu, Sindhi</a:t>
            </a:r>
            <a:endParaRPr lang="en-US" sz="1600" dirty="0"/>
          </a:p>
        </p:txBody>
      </p:sp>
      <p:sp>
        <p:nvSpPr>
          <p:cNvPr id="4" name="Links card"/>
          <p:cNvSpPr txBox="1"/>
          <p:nvPr/>
        </p:nvSpPr>
        <p:spPr>
          <a:xfrm>
            <a:off x="5577840" y="1371600"/>
            <a:ext cx="3017520" cy="20116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Try it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floodsafe-sindh.babbsbs126.workers.dev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Source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github.com/Real-tech-ui/floodsafe-Sindh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Technology, AI and transparency</a:t>
            </a:r>
            <a:endParaRPr lang="en-US" sz="3000" dirty="0"/>
          </a:p>
        </p:txBody>
      </p:sp>
      <p:sp>
        <p:nvSpPr>
          <p:cNvPr id="3" name="Tech card"/>
          <p:cNvSpPr txBox="1"/>
          <p:nvPr/>
        </p:nvSpPr>
        <p:spPr>
          <a:xfrm>
            <a:off x="548640" y="1371600"/>
            <a:ext cx="3931920" cy="3017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Built with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HTML, CSS, JavaScript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Leaflet + OpenStreetMap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Open-Meteo forecast API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Cloudflare Workers, GitHub</a:t>
            </a:r>
            <a:endParaRPr lang="en-US" sz="1800" dirty="0"/>
          </a:p>
        </p:txBody>
      </p:sp>
      <p:sp>
        <p:nvSpPr>
          <p:cNvPr id="4" name="Transparency card"/>
          <p:cNvSpPr txBox="1"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Transparency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AI: Claude (Anthropic) helped generate code and docs; the team tested, deployed and can explain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Data is simulated sample data, labelled in the app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Not an official warning system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Impact and next steps</a:t>
            </a:r>
            <a:endParaRPr lang="en-US" sz="3000" dirty="0"/>
          </a:p>
        </p:txBody>
      </p:sp>
      <p:sp>
        <p:nvSpPr>
          <p:cNvPr id="3" name="Feasibility card"/>
          <p:cNvSpPr txBox="1"/>
          <p:nvPr/>
        </p:nvSpPr>
        <p:spPr>
          <a:xfrm>
            <a:off x="548640" y="1371600"/>
            <a:ext cx="3931920" cy="219456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it can work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in any browser: no install, no API keys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Free hosting; extend to other districts by swapping in real data</a:t>
            </a:r>
            <a:endParaRPr lang="en-US" sz="1800" dirty="0"/>
          </a:p>
        </p:txBody>
      </p:sp>
      <p:sp>
        <p:nvSpPr>
          <p:cNvPr id="4" name="Next steps card"/>
          <p:cNvSpPr txBox="1"/>
          <p:nvPr/>
        </p:nvSpPr>
        <p:spPr>
          <a:xfrm>
            <a:off x="4663440" y="1371600"/>
            <a:ext cx="3931920" cy="219456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 steps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Verified PDMA/NDMA shelter and flood-zone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Official flood-warning feeds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Shelter capacity and community road-block reports</a:t>
            </a:r>
            <a:endParaRPr lang="en-US" sz="1800" dirty="0"/>
          </a:p>
        </p:txBody>
      </p:sp>
      <p:sp>
        <p:nvSpPr>
          <p:cNvPr id="5" name="Team line"/>
          <p:cNvSpPr txBox="1"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Team ZEROX  |  Members: Ali, Huzaifa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odSafe Navy Gold">
  <a:themeElements>
    <a:clrScheme name="FloodSafe Navy Gold">
      <a:dk1>
        <a:srgbClr val="0B1426"/>
      </a:dk1>
      <a:lt1>
        <a:srgbClr val="FFFFFF"/>
      </a:lt1>
      <a:dk2>
        <a:srgbClr val="16253F"/>
      </a:dk2>
      <a:lt2>
        <a:srgbClr val="EDE6D3"/>
      </a:lt2>
      <a:accent1>
        <a:srgbClr val="D4A93C"/>
      </a:accent1>
      <a:accent2>
        <a:srgbClr val="2ECC71"/>
      </a:accent2>
      <a:accent3>
        <a:srgbClr val="F5A623"/>
      </a:accent3>
      <a:accent4>
        <a:srgbClr val="E03131"/>
      </a:accent4>
      <a:accent5>
        <a:srgbClr val="3B82F6"/>
      </a:accent5>
      <a:accent6>
        <a:srgbClr val="9AA3B5"/>
      </a:accent6>
      <a:hlink>
        <a:srgbClr val="D4A93C"/>
      </a:hlink>
      <a:folHlink>
        <a:srgbClr val="9AA3B5"/>
      </a:folHlink>
    </a:clrScheme>
    <a:fontScheme name="FloodSafe Navy Gol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FloodSafe Sindh | OpenHack'26</dc:title>
  <dc:subject>PptxGenJS Presentation</dc:subject>
  <dc:creator>PptxGenJS</dc:creator>
  <cp:lastModifiedBy>PptxGenJS</cp:lastModifiedBy>
  <cp:revision>1</cp:revision>
  <dcterms:created xsi:type="dcterms:W3CDTF">2026-10-14T03:00:44Z</dcterms:created>
  <dcterms:modified xsi:type="dcterms:W3CDTF">2026-10-14T03:00:44Z</dcterms:modified>
</cp:coreProperties>
</file>